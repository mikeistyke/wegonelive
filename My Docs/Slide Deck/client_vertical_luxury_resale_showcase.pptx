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F1F5FF"/>
                </a:solidFill>
                <a:latin typeface="Segoe UI Semibold"/>
              </a:defRPr>
            </a:pPr>
            <a:r>
              <a:t>Luxury Resale Live Commerce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78992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A3B4D3"/>
                </a:solidFill>
                <a:latin typeface="Segoe UI"/>
              </a:defRPr>
            </a:pPr>
            <a:r>
              <a:t>Showcase Edition · Professional narrative for client-facing demos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72768"/>
            <a:ext cx="10972800" cy="457200"/>
          </a:xfrm>
          <a:prstGeom prst="rect">
            <a:avLst/>
          </a:prstGeom>
          <a:solidFill>
            <a:srgbClr val="10182A"/>
          </a:solidFill>
          <a:ln>
            <a:solidFill>
              <a:srgbClr val="38E2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38E2B3"/>
                </a:solidFill>
                <a:latin typeface="Segoe UI"/>
              </a:defRPr>
            </a:pPr>
            <a:r>
              <a:t>Positioning: premium experience orchestration with disciplined control and measurable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40280"/>
            <a:ext cx="1078992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300">
                <a:solidFill>
                  <a:srgbClr val="F1F5FF"/>
                </a:solidFill>
                <a:latin typeface="Segoe UI"/>
              </a:defRPr>
            </a:pPr>
            <a:r>
              <a:t>Built for high-attention products where confidence and control matter</a:t>
            </a:r>
          </a:p>
          <a:p>
            <a:pPr>
              <a:spcAft>
                <a:spcPts val="1400"/>
              </a:spcAft>
              <a:defRPr sz="2300">
                <a:solidFill>
                  <a:srgbClr val="F1F5FF"/>
                </a:solidFill>
                <a:latin typeface="Segoe UI"/>
              </a:defRPr>
            </a:pPr>
            <a:r>
              <a:t>Balances conversion speed with value-protection decision paths</a:t>
            </a:r>
          </a:p>
          <a:p>
            <a:pPr>
              <a:spcAft>
                <a:spcPts val="1400"/>
              </a:spcAft>
              <a:defRPr sz="2300">
                <a:solidFill>
                  <a:srgbClr val="F1F5FF"/>
                </a:solidFill>
                <a:latin typeface="Segoe UI"/>
              </a:defRPr>
            </a:pPr>
            <a:r>
              <a:t>Delivers operator clarity during live moments and clean post-event traceability</a:t>
            </a:r>
          </a:p>
        </p:txBody>
      </p:sp>
      <p:pic>
        <p:nvPicPr>
          <p:cNvPr id="6" name="WGL_Logo" descr="wegonelive_logo_onl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1495" y="182880"/>
            <a:ext cx="1325880" cy="106070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F1F5FF"/>
                </a:solidFill>
                <a:latin typeface="Segoe UI Semibold"/>
              </a:defRPr>
            </a:pPr>
            <a:r>
              <a:t>Why This Matters for Premium Catalogs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828800"/>
            <a:ext cx="5440680" cy="4389120"/>
          </a:xfrm>
          <a:prstGeom prst="rect">
            <a:avLst/>
          </a:prstGeom>
          <a:solidFill>
            <a:srgbClr val="10182A"/>
          </a:solidFill>
          <a:ln>
            <a:solidFill>
              <a:srgbClr val="24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2057400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8E2B3"/>
                </a:solidFill>
                <a:latin typeface="Segoe UI Semibold"/>
              </a:defRPr>
            </a:pPr>
            <a:r>
              <a:t>Commercial Pressure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514600"/>
            <a:ext cx="475488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1F5FF"/>
                </a:solidFill>
                <a:latin typeface="Segoe UI"/>
              </a:defRPr>
            </a:pPr>
            <a:r>
              <a:t>• Live events move fast under uncertain pricing</a:t>
            </a:r>
          </a:p>
          <a:p>
            <a:pPr>
              <a:spcAft>
                <a:spcPts val="1000"/>
              </a:spcAft>
              <a:defRPr sz="1600">
                <a:solidFill>
                  <a:srgbClr val="F1F5FF"/>
                </a:solidFill>
                <a:latin typeface="Segoe UI"/>
              </a:defRPr>
            </a:pPr>
            <a:r>
              <a:t>• Operators need certainty without slowing momentum</a:t>
            </a:r>
          </a:p>
          <a:p>
            <a:pPr>
              <a:spcAft>
                <a:spcPts val="1000"/>
              </a:spcAft>
              <a:defRPr sz="1600">
                <a:solidFill>
                  <a:srgbClr val="F1F5FF"/>
                </a:solidFill>
                <a:latin typeface="Segoe UI"/>
              </a:defRPr>
            </a:pPr>
            <a:r>
              <a:t>• Missed decisions create margin leakage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6355080" y="1828800"/>
            <a:ext cx="5166360" cy="4389120"/>
          </a:xfrm>
          <a:prstGeom prst="rect">
            <a:avLst/>
          </a:prstGeom>
          <a:solidFill>
            <a:srgbClr val="10182A"/>
          </a:solidFill>
          <a:ln>
            <a:solidFill>
              <a:srgbClr val="24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29400" y="2057400"/>
            <a:ext cx="4663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4C357"/>
                </a:solidFill>
                <a:latin typeface="Segoe UI Semibold"/>
              </a:defRPr>
            </a:pPr>
            <a:r>
              <a:t>Platform Response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2514600"/>
            <a:ext cx="457200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1F5FF"/>
                </a:solidFill>
                <a:latin typeface="Segoe UI"/>
              </a:defRPr>
            </a:pPr>
            <a:r>
              <a:t>• Policy-driven close decisions</a:t>
            </a:r>
          </a:p>
          <a:p>
            <a:pPr>
              <a:spcAft>
                <a:spcPts val="1000"/>
              </a:spcAft>
              <a:defRPr sz="1600">
                <a:solidFill>
                  <a:srgbClr val="F1F5FF"/>
                </a:solidFill>
                <a:latin typeface="Segoe UI"/>
              </a:defRPr>
            </a:pPr>
            <a:r>
              <a:t>• Structured fallback orchestration</a:t>
            </a:r>
          </a:p>
          <a:p>
            <a:pPr>
              <a:spcAft>
                <a:spcPts val="1000"/>
              </a:spcAft>
              <a:defRPr sz="1600">
                <a:solidFill>
                  <a:srgbClr val="F1F5FF"/>
                </a:solidFill>
                <a:latin typeface="Segoe UI"/>
              </a:defRPr>
            </a:pPr>
            <a:r>
              <a:t>• Traceable outcomes for every critical action</a:t>
            </a:r>
          </a:p>
        </p:txBody>
      </p:sp>
      <p:pic>
        <p:nvPicPr>
          <p:cNvPr id="9" name="WGL_Logo" descr="wegonelive_logo_onl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1495" y="182880"/>
            <a:ext cx="1325880" cy="106070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F1F5FF"/>
                </a:solidFill>
                <a:latin typeface="Segoe UI Semibold"/>
              </a:defRPr>
            </a:pPr>
            <a:r>
              <a:t>Architecture in Motion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011680"/>
            <a:ext cx="1078992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F1F5FF"/>
                </a:solidFill>
                <a:latin typeface="Segoe UI"/>
              </a:defRPr>
            </a:pPr>
            <a:r>
              <a:t>1) Session + inventory context loaded before event start</a:t>
            </a:r>
          </a:p>
          <a:p>
            <a:pPr>
              <a:spcAft>
                <a:spcPts val="1400"/>
              </a:spcAft>
              <a:defRPr sz="2000">
                <a:solidFill>
                  <a:srgbClr val="F1F5FF"/>
                </a:solidFill>
                <a:latin typeface="Segoe UI"/>
              </a:defRPr>
            </a:pPr>
            <a:r>
              <a:t>2) Live bid flow runs with operator controls and guardrails</a:t>
            </a:r>
          </a:p>
          <a:p>
            <a:pPr>
              <a:spcAft>
                <a:spcPts val="1400"/>
              </a:spcAft>
              <a:defRPr sz="2000">
                <a:solidFill>
                  <a:srgbClr val="F1F5FF"/>
                </a:solidFill>
                <a:latin typeface="Segoe UI"/>
              </a:defRPr>
            </a:pPr>
            <a:r>
              <a:t>3) Close decision module selects checkout or fallback path</a:t>
            </a:r>
          </a:p>
          <a:p>
            <a:pPr>
              <a:spcAft>
                <a:spcPts val="1400"/>
              </a:spcAft>
              <a:defRPr sz="2000">
                <a:solidFill>
                  <a:srgbClr val="F1F5FF"/>
                </a:solidFill>
                <a:latin typeface="Segoe UI"/>
              </a:defRPr>
            </a:pPr>
            <a:r>
              <a:t>4) Outcome syncs into internal metrics + notice trail</a:t>
            </a:r>
          </a:p>
          <a:p>
            <a:pPr>
              <a:spcAft>
                <a:spcPts val="1400"/>
              </a:spcAft>
              <a:defRPr sz="2000">
                <a:solidFill>
                  <a:srgbClr val="F1F5FF"/>
                </a:solidFill>
                <a:latin typeface="Segoe UI"/>
              </a:defRPr>
            </a:pPr>
            <a:r>
              <a:t>5) Post-event review is replayable and auditable</a:t>
            </a:r>
          </a:p>
        </p:txBody>
      </p:sp>
      <p:pic>
        <p:nvPicPr>
          <p:cNvPr id="4" name="WGL_Logo" descr="wegonelive_logo_onl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1495" y="182880"/>
            <a:ext cx="1325880" cy="106070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F1F5FF"/>
                </a:solidFill>
                <a:latin typeface="Segoe UI Semibold"/>
              </a:defRPr>
            </a:pPr>
            <a:r>
              <a:t>Client-Safe Feature Highlights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828800"/>
            <a:ext cx="5440680" cy="4389120"/>
          </a:xfrm>
          <a:prstGeom prst="rect">
            <a:avLst/>
          </a:prstGeom>
          <a:solidFill>
            <a:srgbClr val="10182A"/>
          </a:solidFill>
          <a:ln>
            <a:solidFill>
              <a:srgbClr val="24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2057400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8E2B3"/>
                </a:solidFill>
                <a:latin typeface="Segoe UI Semibold"/>
              </a:defRPr>
            </a:pPr>
            <a:r>
              <a:t>Execution Highlights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514600"/>
            <a:ext cx="475488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1F5FF"/>
                </a:solidFill>
                <a:latin typeface="Segoe UI"/>
              </a:defRPr>
            </a:pPr>
            <a:r>
              <a:t>• Session-scoped item targeting</a:t>
            </a:r>
          </a:p>
          <a:p>
            <a:pPr>
              <a:spcAft>
                <a:spcPts val="1000"/>
              </a:spcAft>
              <a:defRPr sz="1600">
                <a:solidFill>
                  <a:srgbClr val="F1F5FF"/>
                </a:solidFill>
                <a:latin typeface="Segoe UI"/>
              </a:defRPr>
            </a:pPr>
            <a:r>
              <a:t>• Real-time operator signal layer</a:t>
            </a:r>
          </a:p>
          <a:p>
            <a:pPr>
              <a:spcAft>
                <a:spcPts val="1000"/>
              </a:spcAft>
              <a:defRPr sz="1600">
                <a:solidFill>
                  <a:srgbClr val="F1F5FF"/>
                </a:solidFill>
                <a:latin typeface="Segoe UI"/>
              </a:defRPr>
            </a:pPr>
            <a:r>
              <a:t>• Guided decision actions in-event</a:t>
            </a:r>
          </a:p>
          <a:p>
            <a:pPr>
              <a:spcAft>
                <a:spcPts val="1000"/>
              </a:spcAft>
              <a:defRPr sz="1600">
                <a:solidFill>
                  <a:srgbClr val="F1F5FF"/>
                </a:solidFill>
                <a:latin typeface="Segoe UI"/>
              </a:defRPr>
            </a:pPr>
            <a:r>
              <a:t>• Restricted internal insight surfaces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355080" y="1828800"/>
            <a:ext cx="5166360" cy="4389120"/>
          </a:xfrm>
          <a:prstGeom prst="rect">
            <a:avLst/>
          </a:prstGeom>
          <a:solidFill>
            <a:srgbClr val="10182A"/>
          </a:solidFill>
          <a:ln>
            <a:solidFill>
              <a:srgbClr val="24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29400" y="2057400"/>
            <a:ext cx="4663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4C357"/>
                </a:solidFill>
                <a:latin typeface="Segoe UI Semibold"/>
              </a:defRPr>
            </a:pPr>
            <a:r>
              <a:t>Value Highlights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2514600"/>
            <a:ext cx="457200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1F5FF"/>
                </a:solidFill>
                <a:latin typeface="Segoe UI"/>
              </a:defRPr>
            </a:pPr>
            <a:r>
              <a:t>• Better decision consistency</a:t>
            </a:r>
          </a:p>
          <a:p>
            <a:pPr>
              <a:spcAft>
                <a:spcPts val="1000"/>
              </a:spcAft>
              <a:defRPr sz="1600">
                <a:solidFill>
                  <a:srgbClr val="F1F5FF"/>
                </a:solidFill>
                <a:latin typeface="Segoe UI"/>
              </a:defRPr>
            </a:pPr>
            <a:r>
              <a:t>• Reduced revenue leakage</a:t>
            </a:r>
          </a:p>
          <a:p>
            <a:pPr>
              <a:spcAft>
                <a:spcPts val="1000"/>
              </a:spcAft>
              <a:defRPr sz="1600">
                <a:solidFill>
                  <a:srgbClr val="F1F5FF"/>
                </a:solidFill>
                <a:latin typeface="Segoe UI"/>
              </a:defRPr>
            </a:pPr>
            <a:r>
              <a:t>• Faster operator response under load</a:t>
            </a:r>
          </a:p>
          <a:p>
            <a:pPr>
              <a:spcAft>
                <a:spcPts val="1000"/>
              </a:spcAft>
              <a:defRPr sz="1600">
                <a:solidFill>
                  <a:srgbClr val="F1F5FF"/>
                </a:solidFill>
                <a:latin typeface="Segoe UI"/>
              </a:defRPr>
            </a:pPr>
            <a:r>
              <a:t>• Cleaner review and coaching loop</a:t>
            </a:r>
          </a:p>
        </p:txBody>
      </p:sp>
      <p:pic>
        <p:nvPicPr>
          <p:cNvPr id="9" name="WGL_Logo" descr="wegonelive_logo_onl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1495" y="182880"/>
            <a:ext cx="1325880" cy="106070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F1F5FF"/>
                </a:solidFill>
                <a:latin typeface="Segoe UI Semibold"/>
              </a:defRPr>
            </a:pPr>
            <a:r>
              <a:t>Governance Without Friction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011680"/>
            <a:ext cx="1078992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F1F5FF"/>
                </a:solidFill>
                <a:latin typeface="Segoe UI"/>
              </a:defRPr>
            </a:pPr>
            <a:r>
              <a:t>Least-privilege controls for internal operational routes</a:t>
            </a:r>
          </a:p>
          <a:p>
            <a:pPr>
              <a:spcAft>
                <a:spcPts val="1400"/>
              </a:spcAft>
              <a:defRPr sz="2100">
                <a:solidFill>
                  <a:srgbClr val="F1F5FF"/>
                </a:solidFill>
                <a:latin typeface="Segoe UI"/>
              </a:defRPr>
            </a:pPr>
            <a:r>
              <a:t>Server-side protection for sensitive credentials and policy execution</a:t>
            </a:r>
          </a:p>
          <a:p>
            <a:pPr>
              <a:spcAft>
                <a:spcPts val="1400"/>
              </a:spcAft>
              <a:defRPr sz="2100">
                <a:solidFill>
                  <a:srgbClr val="F1F5FF"/>
                </a:solidFill>
                <a:latin typeface="Segoe UI"/>
              </a:defRPr>
            </a:pPr>
            <a:r>
              <a:t>Event-level trace capture for accountable decisions</a:t>
            </a:r>
          </a:p>
          <a:p>
            <a:pPr>
              <a:spcAft>
                <a:spcPts val="1400"/>
              </a:spcAft>
              <a:defRPr sz="2100">
                <a:solidFill>
                  <a:srgbClr val="F1F5FF"/>
                </a:solidFill>
                <a:latin typeface="Segoe UI"/>
              </a:defRPr>
            </a:pPr>
            <a:r>
              <a:t>Separation of public experience and private control surfaces</a:t>
            </a:r>
          </a:p>
        </p:txBody>
      </p:sp>
      <p:pic>
        <p:nvPicPr>
          <p:cNvPr id="4" name="WGL_Logo" descr="wegonelive_logo_onl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1495" y="182880"/>
            <a:ext cx="1325880" cy="106070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F1F5FF"/>
                </a:solidFill>
                <a:latin typeface="Segoe UI Semibold"/>
              </a:defRPr>
            </a:pPr>
            <a:r>
              <a:t>What We Keep Private (By Design)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011680"/>
            <a:ext cx="1078992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F1F5FF"/>
                </a:solidFill>
                <a:latin typeface="Segoe UI"/>
              </a:defRPr>
            </a:pPr>
            <a:r>
              <a:t>Internal threshold calibration and tuning mechanics</a:t>
            </a:r>
          </a:p>
          <a:p>
            <a:pPr>
              <a:spcAft>
                <a:spcPts val="1400"/>
              </a:spcAft>
              <a:defRPr sz="2100">
                <a:solidFill>
                  <a:srgbClr val="F1F5FF"/>
                </a:solidFill>
                <a:latin typeface="Segoe UI"/>
              </a:defRPr>
            </a:pPr>
            <a:r>
              <a:t>Fallback sequencing heuristics and optimization patterns</a:t>
            </a:r>
          </a:p>
          <a:p>
            <a:pPr>
              <a:spcAft>
                <a:spcPts val="1400"/>
              </a:spcAft>
              <a:defRPr sz="2100">
                <a:solidFill>
                  <a:srgbClr val="F1F5FF"/>
                </a:solidFill>
                <a:latin typeface="Segoe UI"/>
              </a:defRPr>
            </a:pPr>
            <a:r>
              <a:t>Prompting/orchestration internals and model strategies</a:t>
            </a:r>
          </a:p>
          <a:p>
            <a:pPr>
              <a:spcAft>
                <a:spcPts val="1400"/>
              </a:spcAft>
              <a:defRPr sz="2100">
                <a:solidFill>
                  <a:srgbClr val="F1F5FF"/>
                </a:solidFill>
                <a:latin typeface="Segoe UI"/>
              </a:defRPr>
            </a:pPr>
            <a:r>
              <a:t>Implementation details available under NDA only</a:t>
            </a:r>
          </a:p>
        </p:txBody>
      </p:sp>
      <p:pic>
        <p:nvPicPr>
          <p:cNvPr id="4" name="WGL_Logo" descr="wegonelive_logo_onl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1495" y="182880"/>
            <a:ext cx="1325880" cy="106070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F1F5FF"/>
                </a:solidFill>
                <a:latin typeface="Segoe UI Semibold"/>
              </a:defRPr>
            </a:pPr>
            <a:r>
              <a:t>Pilot Path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828800"/>
            <a:ext cx="5440680" cy="4389120"/>
          </a:xfrm>
          <a:prstGeom prst="rect">
            <a:avLst/>
          </a:prstGeom>
          <a:solidFill>
            <a:srgbClr val="10182A"/>
          </a:solidFill>
          <a:ln>
            <a:solidFill>
              <a:srgbClr val="24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2057400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8E2B3"/>
                </a:solidFill>
                <a:latin typeface="Segoe UI Semibold"/>
              </a:defRPr>
            </a:pPr>
            <a:r>
              <a:t>Phase 1 — Alignment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514600"/>
            <a:ext cx="475488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1F5FF"/>
                </a:solidFill>
                <a:latin typeface="Segoe UI"/>
              </a:defRPr>
            </a:pPr>
            <a:r>
              <a:t>• event model mapping</a:t>
            </a:r>
          </a:p>
          <a:p>
            <a:pPr>
              <a:spcAft>
                <a:spcPts val="1000"/>
              </a:spcAft>
              <a:defRPr sz="1600">
                <a:solidFill>
                  <a:srgbClr val="F1F5FF"/>
                </a:solidFill>
                <a:latin typeface="Segoe UI"/>
              </a:defRPr>
            </a:pPr>
            <a:r>
              <a:t>• policy constraints</a:t>
            </a:r>
          </a:p>
          <a:p>
            <a:pPr>
              <a:spcAft>
                <a:spcPts val="1000"/>
              </a:spcAft>
              <a:defRPr sz="1600">
                <a:solidFill>
                  <a:srgbClr val="F1F5FF"/>
                </a:solidFill>
                <a:latin typeface="Segoe UI"/>
              </a:defRPr>
            </a:pPr>
            <a:r>
              <a:t>• success criteria</a:t>
            </a:r>
          </a:p>
        </p:txBody>
      </p:sp>
      <p:sp>
        <p:nvSpPr>
          <p:cNvPr id="6" name="Rectangle 5"/>
          <p:cNvSpPr/>
          <p:nvPr/>
        </p:nvSpPr>
        <p:spPr>
          <a:xfrm>
            <a:off x="6355080" y="1828800"/>
            <a:ext cx="5166360" cy="4389120"/>
          </a:xfrm>
          <a:prstGeom prst="rect">
            <a:avLst/>
          </a:prstGeom>
          <a:solidFill>
            <a:srgbClr val="10182A"/>
          </a:solidFill>
          <a:ln>
            <a:solidFill>
              <a:srgbClr val="24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29400" y="2057400"/>
            <a:ext cx="4663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4C357"/>
                </a:solidFill>
                <a:latin typeface="Segoe UI Semibold"/>
              </a:defRPr>
            </a:pPr>
            <a:r>
              <a:t>Phase 2 — Controlled Pilot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2514600"/>
            <a:ext cx="457200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1F5FF"/>
                </a:solidFill>
                <a:latin typeface="Segoe UI"/>
              </a:defRPr>
            </a:pPr>
            <a:r>
              <a:t>• selected catalog segment</a:t>
            </a:r>
          </a:p>
          <a:p>
            <a:pPr>
              <a:spcAft>
                <a:spcPts val="1000"/>
              </a:spcAft>
              <a:defRPr sz="1600">
                <a:solidFill>
                  <a:srgbClr val="F1F5FF"/>
                </a:solidFill>
                <a:latin typeface="Segoe UI"/>
              </a:defRPr>
            </a:pPr>
            <a:r>
              <a:t>• operator enablement</a:t>
            </a:r>
          </a:p>
          <a:p>
            <a:pPr>
              <a:spcAft>
                <a:spcPts val="1000"/>
              </a:spcAft>
              <a:defRPr sz="1600">
                <a:solidFill>
                  <a:srgbClr val="F1F5FF"/>
                </a:solidFill>
                <a:latin typeface="Segoe UI"/>
              </a:defRPr>
            </a:pPr>
            <a:r>
              <a:t>• go/no-go review</a:t>
            </a:r>
          </a:p>
        </p:txBody>
      </p:sp>
      <p:pic>
        <p:nvPicPr>
          <p:cNvPr id="9" name="WGL_Logo" descr="wegonelive_logo_onl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1495" y="182880"/>
            <a:ext cx="1325880" cy="106070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F1F5FF"/>
                </a:solidFill>
                <a:latin typeface="Segoe UI Semibold"/>
              </a:defRPr>
            </a:pPr>
            <a:r>
              <a:t>Close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194560"/>
            <a:ext cx="1078992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F1F5FF"/>
                </a:solidFill>
                <a:latin typeface="Segoe UI"/>
              </a:defRPr>
            </a:pPr>
            <a:r>
              <a:t>This architecture is designed to feel premium in front of buyers and disciplined behind the scenes.</a:t>
            </a:r>
          </a:p>
          <a:p>
            <a:pPr>
              <a:spcAft>
                <a:spcPts val="1400"/>
              </a:spcAft>
              <a:defRPr sz="2200">
                <a:solidFill>
                  <a:srgbClr val="F1F5FF"/>
                </a:solidFill>
                <a:latin typeface="Segoe UI"/>
              </a:defRPr>
            </a:pPr>
            <a:r>
              <a:t>It scales from pilot to production while protecting operational confidence.</a:t>
            </a:r>
          </a:p>
          <a:p>
            <a:pPr>
              <a:spcAft>
                <a:spcPts val="1400"/>
              </a:spcAft>
              <a:defRPr sz="2200">
                <a:solidFill>
                  <a:srgbClr val="F1F5FF"/>
                </a:solidFill>
                <a:latin typeface="Segoe UI"/>
              </a:defRPr>
            </a:pPr>
            <a:r>
              <a:t>Next step: tailor pilot scope to your category and event cadence.</a:t>
            </a:r>
          </a:p>
        </p:txBody>
      </p:sp>
      <p:pic>
        <p:nvPicPr>
          <p:cNvPr id="4" name="WGL_Logo" descr="wegonelive_logo_onl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1495" y="182880"/>
            <a:ext cx="1325880" cy="106070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