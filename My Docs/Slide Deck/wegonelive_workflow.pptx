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8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wegonelive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Workflow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Auction · eBay Price Guard · Affiliate Monetization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0972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end-to-end operational guide for running live shopping auctions with real-time eBay market price protection and right-of-first-refusal bidder logic.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914400"/>
            <a:ext cx="2286000" cy="1005840"/>
          </a:xfrm>
          <a:prstGeom prst="rect">
            <a:avLst/>
          </a:prstGeom>
          <a:solidFill>
            <a:srgbClr val="252840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Bidding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2286000" cy="1005840"/>
          </a:xfrm>
          <a:prstGeom prst="rect">
            <a:avLst/>
          </a:prstGeom>
          <a:solidFill>
            <a:srgbClr val="252840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Price Guard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474720"/>
            <a:ext cx="2286000" cy="1005840"/>
          </a:xfrm>
          <a:prstGeom prst="rect">
            <a:avLst/>
          </a:prstGeom>
          <a:solidFill>
            <a:srgbClr val="252840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Auto-Refresh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Affiliate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Mike 'Tyke' Cirigliano  ·  wegonelive.com  ·  Content Developer &amp; Platform Architect</a:t>
            </a:r>
            <a:endParaRPr lang="en-US" sz="900" dirty="0"/>
          </a:p>
        </p:txBody>
      </p:sp>
      <p:pic>
        <p:nvPicPr>
          <p:cNvPr id="19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Three-Phase Auction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auction on wegonelive follows this structured flow from setup to settlement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474720"/>
          </a:xfrm>
          <a:prstGeom prst="rect">
            <a:avLst/>
          </a:prstGeom>
          <a:solidFill>
            <a:srgbClr val="252840"/>
          </a:solidFill>
          <a:ln w="254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73152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PRE-AUCTION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121408"/>
            <a:ext cx="164592" cy="16459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eBay sold comps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615184"/>
            <a:ext cx="164592" cy="16459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578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reserve price per item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108960"/>
            <a:ext cx="164592" cy="16459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items via CSV/Supabase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602736"/>
            <a:ext cx="164592" cy="16459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the presenter / Tyke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4096512"/>
            <a:ext cx="164592" cy="16459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4059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auction date &amp;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280160"/>
            <a:ext cx="2743200" cy="3474720"/>
          </a:xfrm>
          <a:prstGeom prst="rect">
            <a:avLst/>
          </a:prstGeom>
          <a:solidFill>
            <a:srgbClr val="252840"/>
          </a:solidFill>
          <a:ln w="254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1280160"/>
            <a:ext cx="2743200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1298448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AUCTION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10128" y="2121408"/>
            <a:ext cx="164592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 via Agora broadcast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2615184"/>
            <a:ext cx="164592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47872" y="2578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Bidders enter room &amp; register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3108960"/>
            <a:ext cx="164592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47872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bidding with history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0128" y="3602736"/>
            <a:ext cx="164592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47872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Guard monitors floor price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10128" y="4096512"/>
            <a:ext cx="164592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47872" y="4059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manages bid 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280160"/>
            <a:ext cx="2743200" cy="3474720"/>
          </a:xfrm>
          <a:prstGeom prst="rect">
            <a:avLst/>
          </a:prstGeom>
          <a:solidFill>
            <a:srgbClr val="25284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1280160"/>
            <a:ext cx="274320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0" y="1298448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0408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POST-AUCTION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6208" y="2121408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items sold / unsold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6208" y="2615184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73952" y="2578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Right-of-first-refusal offered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36208" y="310896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73952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Winner notified &amp; invoiced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36208" y="3602736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73952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Unsold items relisted or held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6208" y="409651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73952" y="4059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KPIs updated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063240" y="2880360"/>
            <a:ext cx="164592" cy="36576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017520" y="2743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8D0"/>
                </a:solidFill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989320" y="2880360"/>
            <a:ext cx="164592" cy="36576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0" y="2743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8D0"/>
                </a:solidFill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wegonelive.com  ·  Platform Workflow</a:t>
            </a:r>
            <a:endParaRPr lang="en-US" sz="900" dirty="0"/>
          </a:p>
        </p:txBody>
      </p:sp>
      <p:pic>
        <p:nvPicPr>
          <p:cNvPr id="53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" y="182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PRE-AUCTION SETUP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that happens before going live — pricing, data entry, and presenter briefing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393192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99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Price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eBay sold listings for each item. Use the eBay Price Guard tool to find the lowest recent sold price. This becomes your floor / reserve.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331720"/>
            <a:ext cx="393192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395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99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Reserve Price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reserve = eBay sold comp. Items will never close below this. The presenter is briefed on the reserve for each lot before going live.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611880"/>
            <a:ext cx="393192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675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99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Items to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via CSV to Supabase or use Table Editor. Columns: title, description, image_url, starting_bid, reserve_price, auction_date, status='active'.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51560"/>
            <a:ext cx="4023360" cy="3749040"/>
          </a:xfrm>
          <a:prstGeom prst="rect">
            <a:avLst/>
          </a:prstGeom>
          <a:solidFill>
            <a:srgbClr val="1A1D2E"/>
          </a:solidFill>
          <a:ln w="127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023360" cy="41148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PRE-AUCTION CHECKLIST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1581912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30368" y="1563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sold comps researched for all lots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1911096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30368" y="1892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 prices set in Supabase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240280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30368" y="2221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images uploaded &amp; linked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569464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30368" y="2551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imported — status = 'active'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2898648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0368" y="2880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affiliate keywords prepped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3227832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0368" y="3209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briefed on all lot reserves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557016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30368" y="3538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 stream tested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886200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30368" y="3867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date &amp; start time confirmed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4215384"/>
            <a:ext cx="164592" cy="1645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0368" y="4197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Bidder registration page live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wegonelive.com  ·  Platform Workflow</a:t>
            </a:r>
            <a:endParaRPr lang="en-US" sz="900" dirty="0"/>
          </a:p>
        </p:txBody>
      </p:sp>
      <p:pic>
        <p:nvPicPr>
          <p:cNvPr id="42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" y="182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AUCTION IN PROGRESS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bidding flow with eBay Guard monitoring every bid against market value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1417320" cy="73152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Enters Room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8D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58568" y="1005840"/>
            <a:ext cx="1417320" cy="73152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58568" y="1005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75888" y="10972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8D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22776" y="1005840"/>
            <a:ext cx="141732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22776" y="1005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Price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0096" y="10972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8D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86984" y="1005840"/>
            <a:ext cx="141732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86984" y="1005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04304" y="10972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8D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51192" y="1005840"/>
            <a:ext cx="1417320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51192" y="1005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Offer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1920240"/>
            <a:ext cx="3749040" cy="1188720"/>
          </a:xfrm>
          <a:prstGeom prst="rect">
            <a:avLst/>
          </a:prstGeom>
          <a:solidFill>
            <a:srgbClr val="252840"/>
          </a:solidFill>
          <a:ln w="254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1920240"/>
            <a:ext cx="3749040" cy="3200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1947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ABOVE RESERVE — NORMAL 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2286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Bidding continues normally until time expires.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 bidder wins at their bid amount.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status → SOLD. Winner notified automatically.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sold_price and winner_id written to Supabase.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4114800" cy="1188720"/>
          </a:xfrm>
          <a:prstGeom prst="rect">
            <a:avLst/>
          </a:prstGeom>
          <a:solidFill>
            <a:srgbClr val="25284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4114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BELOW RESERVE — GUARD TRIGGERS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notified: current bid is below reserve.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offers high bidder the eBay market price.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bidder gets RIGHT OF FIRST REFUSAL.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Bidder accepts → SOLD at market. Declines → item held.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ACTIVE DURING LIVE 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3566160"/>
            <a:ext cx="1508760" cy="1234440"/>
          </a:xfrm>
          <a:prstGeom prst="rect">
            <a:avLst/>
          </a:prstGeom>
          <a:solidFill>
            <a:srgbClr val="1A1D2E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0416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HD video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viewer count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6856" y="3566160"/>
            <a:ext cx="1508760" cy="1234440"/>
          </a:xfrm>
          <a:prstGeom prst="rect">
            <a:avLst/>
          </a:prstGeom>
          <a:solidFill>
            <a:srgbClr val="1A1D2E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76856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Guard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76856" y="40416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price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floor check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59352" y="3566160"/>
            <a:ext cx="1508760" cy="1234440"/>
          </a:xfrm>
          <a:prstGeom prst="rect">
            <a:avLst/>
          </a:prstGeom>
          <a:solidFill>
            <a:srgbClr val="1A1D2E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59352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59352" y="40416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bid updates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refresh needed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41848" y="3566160"/>
            <a:ext cx="1508760" cy="1234440"/>
          </a:xfrm>
          <a:prstGeom prst="rect">
            <a:avLst/>
          </a:prstGeom>
          <a:solidFill>
            <a:srgbClr val="1A1D2E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41848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Affiliate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41848" y="40416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Auto-refreshing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complementary ads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24344" y="3566160"/>
            <a:ext cx="1508760" cy="1234440"/>
          </a:xfrm>
          <a:prstGeom prst="rect">
            <a:avLst/>
          </a:prstGeom>
          <a:solidFill>
            <a:srgbClr val="1A1D2E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24344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24344" y="40416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controls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bid management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wegonelive.com  ·  Platform Workflow</a:t>
            </a:r>
            <a:endParaRPr lang="en-US" sz="900" dirty="0"/>
          </a:p>
        </p:txBody>
      </p:sp>
      <p:pic>
        <p:nvPicPr>
          <p:cNvPr id="47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" y="182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POST-AUCTION SETTLEMENT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 out the auction — no items lost, no data lost, full admin visibility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651760" cy="2834640"/>
          </a:xfrm>
          <a:prstGeom prst="rect">
            <a:avLst/>
          </a:prstGeom>
          <a:solidFill>
            <a:srgbClr val="252840"/>
          </a:solidFill>
          <a:ln w="254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051560"/>
            <a:ext cx="2651760" cy="5029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0789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SOLD — ABOVE RESERVE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700784"/>
            <a:ext cx="146304" cy="146304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673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updated → 'sold'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146304" cy="146304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winner_id + sold_price written to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688336"/>
            <a:ext cx="146304" cy="146304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2660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Winner receives invoice / payment link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82112"/>
            <a:ext cx="146304" cy="146304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archived in full history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1051560"/>
            <a:ext cx="2651760" cy="2834640"/>
          </a:xfrm>
          <a:prstGeom prst="rect">
            <a:avLst/>
          </a:prstGeom>
          <a:solidFill>
            <a:srgbClr val="25284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29000" y="1051560"/>
            <a:ext cx="26517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10789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SOLD — RIGHT OF FIRST REFUSAL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1700784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94760" y="1673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bidder accepts eBay market price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19456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94760" y="2167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updated → 'sold_rfr'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2688336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94760" y="2660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recorded at negotiated price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3182112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94760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archived — no revenue left behind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051560"/>
            <a:ext cx="2651760" cy="2834640"/>
          </a:xfrm>
          <a:prstGeom prst="rect">
            <a:avLst/>
          </a:prstGeom>
          <a:solidFill>
            <a:srgbClr val="252840"/>
          </a:solidFill>
          <a:ln w="254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1051560"/>
            <a:ext cx="2651760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10789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 UNSOLD — RESERVE NOT MET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1700784"/>
            <a:ext cx="146304" cy="14630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1673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bidder declined market price offer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2194560"/>
            <a:ext cx="146304" cy="14630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29400" y="2167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updated → 'unsold'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2688336"/>
            <a:ext cx="146304" cy="14630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29400" y="2660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held for future auction or eBay listing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3182112"/>
            <a:ext cx="146304" cy="14630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29400" y="3154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Preserved in DB — never deleted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solidFill>
            <a:srgbClr val="1A1D2E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VISIBILITY AFTER EVERY AUCTION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4325112"/>
            <a:ext cx="1188720" cy="274320"/>
          </a:xfrm>
          <a:prstGeom prst="rect">
            <a:avLst/>
          </a:prstGeom>
          <a:solidFill>
            <a:srgbClr val="25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724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lots offered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84832" y="4325112"/>
            <a:ext cx="1188720" cy="274320"/>
          </a:xfrm>
          <a:prstGeom prst="rect">
            <a:avLst/>
          </a:prstGeom>
          <a:solidFill>
            <a:srgbClr val="25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84832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 above reserve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92424" y="4325112"/>
            <a:ext cx="1188720" cy="274320"/>
          </a:xfrm>
          <a:prstGeom prst="rect">
            <a:avLst/>
          </a:prstGeom>
          <a:solidFill>
            <a:srgbClr val="25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92424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 via first refusal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0016" y="4325112"/>
            <a:ext cx="1188720" cy="274320"/>
          </a:xfrm>
          <a:prstGeom prst="rect">
            <a:avLst/>
          </a:prstGeom>
          <a:solidFill>
            <a:srgbClr val="25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0016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Unsold / held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07608" y="4325112"/>
            <a:ext cx="1188720" cy="274320"/>
          </a:xfrm>
          <a:prstGeom prst="rect">
            <a:avLst/>
          </a:prstGeom>
          <a:solidFill>
            <a:srgbClr val="25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07608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revenue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5200" y="4325112"/>
            <a:ext cx="1188720" cy="274320"/>
          </a:xfrm>
          <a:prstGeom prst="rect">
            <a:avLst/>
          </a:prstGeom>
          <a:solidFill>
            <a:srgbClr val="25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15200" y="4343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Affiliate earnings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wegonelive.com  ·  Platform Workflow</a:t>
            </a:r>
            <a:endParaRPr lang="en-US" sz="900" dirty="0"/>
          </a:p>
        </p:txBody>
      </p:sp>
      <p:pic>
        <p:nvPicPr>
          <p:cNvPr id="56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Cases &amp;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scenario that can happen during a live auction — and how to handle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1887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 What if high bidder declines the eBay price offer?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1581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status → 'unsold'. Held in DB. Offered in a future auction or listed directly on eBay. No revenue is lost — it's deferred.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420624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143000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93208" y="11887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 What if two bidders place the same amount?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93208" y="1581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bid timestamp wins. Supabase records created_at on every bid. Tie goes to earliest timestamp — display this rule clearly to bidders upfront.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420624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24505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 What if the live stream drops mid-auction?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" y="28437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 handles reconnection automatically. If extended outage, pause bidding timer. Resume when live. All bids in DB are preserved regardless of stream state.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2404872"/>
            <a:ext cx="420624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404872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93208" y="24505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 What if presenter wants to override the reserve?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3208" y="28437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 gives presenter a manual override button. Override is logged in DB with reason. Presenter can drop reserve live if business reason warrants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66744"/>
            <a:ext cx="420624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" y="37124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 What if no bids at all on an item?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410565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closes as 'unsold' with no winner_id. Presenter can offer it at starting bid as a buy-it-now before moving to next lot or hold for next session.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3666744"/>
            <a:ext cx="4206240" cy="114300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3666744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93208" y="37124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 What if a bidder doesn't pay after winning?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93208" y="410565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stays 'pending_payment' until confirmed. After a defined window (24-48hrs) status moves to 'payment_failed'. Item reopens for right-of-refusal to next highest bidder.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wegonelive.com  ·  Platform Workflow</a:t>
            </a:r>
            <a:endParaRPr lang="en-US" sz="900" dirty="0"/>
          </a:p>
        </p:txBody>
      </p:sp>
      <p:pic>
        <p:nvPicPr>
          <p:cNvPr id="31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income streams built into the platform from day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1600200"/>
          </a:xfrm>
          <a:prstGeom prst="rect">
            <a:avLst/>
          </a:prstGeom>
          <a:solidFill>
            <a:srgbClr val="252840"/>
          </a:solidFill>
          <a:ln w="254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206240" cy="457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16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SaaS Licensing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the platform to other businesses. Monthly fee per client. They run their own auctions on your infrastructure. Scales without your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4206240" cy="1600200"/>
          </a:xfrm>
          <a:prstGeom prst="rect">
            <a:avLst/>
          </a:prstGeom>
          <a:solidFill>
            <a:srgbClr val="252840"/>
          </a:solidFill>
          <a:ln w="25400">
            <a:solidFill>
              <a:srgbClr val="4299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143000"/>
            <a:ext cx="4206240" cy="45720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216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🛒  Managed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run live auctions on behalf of businesses. Trade time for money but builds proof of concept, testimonials, and case studies early 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206240" cy="1600200"/>
          </a:xfrm>
          <a:prstGeom prst="rect">
            <a:avLst/>
          </a:prstGeom>
          <a:solidFill>
            <a:srgbClr val="252840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2062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Amazon Affiliate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204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auction page shows rotating complementary product ads. Refreshes every 30 seconds. Earns commission on every click regardless of auction outcome.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971800"/>
            <a:ext cx="4206240" cy="1600200"/>
          </a:xfrm>
          <a:prstGeom prst="rect">
            <a:avLst/>
          </a:prstGeom>
          <a:solidFill>
            <a:srgbClr val="252840"/>
          </a:solidFill>
          <a:ln w="254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971800"/>
            <a:ext cx="420624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Ad Reports / Analytics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35204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analytics dashboard sold as an add-on. Business owners pay for visibility into their auction KPIs, bid history, and revenue trends.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wegonelive.com  ·  Platform Workflow</a:t>
            </a:r>
            <a:endParaRPr lang="en-US" sz="900" dirty="0"/>
          </a:p>
        </p:txBody>
      </p:sp>
      <p:pic>
        <p:nvPicPr>
          <p:cNvPr id="23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wegonelive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Bridging traditional retail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digital storytelling.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shopping experiences that unlock your brand's potential.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200400" cy="1508760"/>
          </a:xfrm>
          <a:prstGeom prst="rect">
            <a:avLst/>
          </a:prstGeom>
          <a:solidFill>
            <a:srgbClr val="252840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Mike 'Tyke' Cirigliano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Developer &amp; Platform Architect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tykecirigliano@gmail.com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540 208 8283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wegonelive.com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188720"/>
            <a:ext cx="3749040" cy="3383280"/>
          </a:xfrm>
          <a:prstGeom prst="rect">
            <a:avLst/>
          </a:prstGeom>
          <a:solidFill>
            <a:srgbClr val="1A1D2E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6636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HIGHLIGHTS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7190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HD auction broadcasting via Agora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1122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Sold Price Guard — never undersell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505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of first refusal bidder protection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98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affiliate ads auto-refreshing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Supabase real-time 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685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KPI dashboard and analytics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4078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ready for other businesses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892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wegonelive.com</a:t>
            </a:r>
            <a:endParaRPr lang="en-US" sz="1200" dirty="0"/>
          </a:p>
        </p:txBody>
      </p:sp>
      <p:pic>
        <p:nvPicPr>
          <p:cNvPr id="27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Microsoft Office PowerPoint</Application>
  <PresentationFormat>On-screen Show (16:9)</PresentationFormat>
  <Paragraphs>193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wegonelive Platform Workflow</dc:title>
  <dc:subject>PptxGenJS Presentation</dc:subject>
  <dc:creator>PptxGenJS</dc:creator>
  <cp:lastModifiedBy>m cirigs</cp:lastModifiedBy>
  <cp:revision>1</cp:revision>
  <dcterms:created xsi:type="dcterms:W3CDTF">2026-02-26T05:12:32Z</dcterms:created>
  <dcterms:modified xsi:type="dcterms:W3CDTF">2026-02-26T05:25:29Z</dcterms:modified>
</cp:coreProperties>
</file>