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104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520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wegonelive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Sunday nights shouldn't be this hard.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You're on the road buying inventory. She's running a live auction after a full nursing shift.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Something has to give — and it shouldn't be your revenue.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651760" cy="2194560"/>
          </a:xfrm>
          <a:prstGeom prst="rect">
            <a:avLst/>
          </a:prstGeom>
          <a:solidFill>
            <a:srgbClr val="252840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😓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She's exhausted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3649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Running a live auction solo after a nursing shift isn't sustainable. One person can't host, watch bids, and manage buyers at the same time.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2377440"/>
            <a:ext cx="2651760" cy="2194560"/>
          </a:xfrm>
          <a:prstGeom prst="rect">
            <a:avLst/>
          </a:prstGeom>
          <a:solidFill>
            <a:srgbClr val="252840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2468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Items selling too cheap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33649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knowing real-time market value, things go for $15 that are worth $80 on eBay. That's money walking out the door every Sunday.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2377440"/>
            <a:ext cx="2651760" cy="2194560"/>
          </a:xfrm>
          <a:prstGeom prst="rect">
            <a:avLst/>
          </a:prstGeom>
          <a:solidFill>
            <a:srgbClr val="252840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2468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6364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record of anything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33649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sold? For how much? Who bought it? Without a system tracking everything, you're running blind on which pallet buys are actually profitable.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9651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0"/>
                </a:solidFill>
              </a:rPr>
              <a:t>Mike 'Tyke' Cirigliano  ·  wegonelive.com  ·  540 208 8283</a:t>
            </a:r>
            <a:endParaRPr lang="en-US" sz="900" dirty="0"/>
          </a:p>
        </p:txBody>
      </p:sp>
      <p:pic>
        <p:nvPicPr>
          <p:cNvPr id="20" name="WGL_Logo" descr="wegonelive_logo_on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wegonelive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Sunday night looks like now.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professional live auction platform built specifically for sellers like you.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749040" cy="2834640"/>
          </a:xfrm>
          <a:prstGeom prst="rect">
            <a:avLst/>
          </a:prstGeom>
          <a:solidFill>
            <a:srgbClr val="252840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749040" cy="4114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 wegonelive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3957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E3E"/>
                </a:solidFill>
              </a:rPr>
              <a:t>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395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Wife hosts alone — no backup, no tools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7706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E3E"/>
                </a:solidFill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770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Bids tracked by memory or paper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14553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E3E"/>
                </a:solidFill>
              </a:rPr>
              <a:t>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145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idea what items are worth live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520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E3E"/>
                </a:solidFill>
              </a:rPr>
              <a:t>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Items sell below market — lost revenue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89534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E3E"/>
                </a:solidFill>
              </a:rPr>
              <a:t>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8953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record of what sold or for how much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42702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E3E"/>
                </a:solidFill>
              </a:rPr>
              <a:t>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4270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find out how it went when you get home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37760" y="1874520"/>
            <a:ext cx="3749040" cy="2834640"/>
          </a:xfrm>
          <a:prstGeom prst="rect">
            <a:avLst/>
          </a:prstGeom>
          <a:solidFill>
            <a:srgbClr val="252840"/>
          </a:solidFill>
          <a:ln w="12700">
            <a:solidFill>
              <a:srgbClr val="38A16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37760" y="1874520"/>
            <a:ext cx="3749040" cy="41148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7492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  wegonelive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23957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A169"/>
                </a:solidFill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9240" y="2395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 broadcast — HD live stream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74920" y="27706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A169"/>
                </a:solidFill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2770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bids tracked automatically in real time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74920" y="314553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A169"/>
                </a:solidFill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49240" y="3145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eBay Price Guard flags undervalued items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74920" y="3520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A169"/>
                </a:solidFill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4924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Reserve price protects every lot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74920" y="389534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A169"/>
                </a:solidFill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38953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sale history saved — every penny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74920" y="42702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A169"/>
                </a:solidFill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49240" y="4270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watch it live from the road on your phone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206240" y="3063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B1"/>
                </a:solidFill>
              </a:rPr>
              <a:t>→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8640" y="49651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D0"/>
                </a:solidFill>
              </a:rPr>
              <a:t>Mike 'Tyke' Cirigliano  ·  wegonelive.com  ·  540 208 8283</a:t>
            </a:r>
            <a:endParaRPr lang="en-US" sz="900" dirty="0"/>
          </a:p>
        </p:txBody>
      </p:sp>
      <p:pic>
        <p:nvPicPr>
          <p:cNvPr id="39" name="WGL_Logo" descr="wegonelive_logo_on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wegonelive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run one Sunday together.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 me.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contract. No commitment. One free live auction so you can see exactly what your Sunday nights could look like.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029200" cy="2057400"/>
          </a:xfrm>
          <a:prstGeom prst="rect">
            <a:avLst/>
          </a:prstGeom>
          <a:solidFill>
            <a:srgbClr val="252840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029200" cy="36576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6334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INCLUDED — FREE FIRST AUCTION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3063240"/>
            <a:ext cx="146304" cy="146304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304495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set up the platform and load your items before Sunday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" y="3401568"/>
            <a:ext cx="146304" cy="146304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338328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wife hosts — the platform handles everything else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3232" y="3739896"/>
            <a:ext cx="146304" cy="146304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372160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eBay Price Guard watches every bid for undervalued items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" y="4078224"/>
            <a:ext cx="146304" cy="146304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405993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sale report delivered to you Monday morning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" y="4416552"/>
            <a:ext cx="146304" cy="146304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" y="439826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watch the whole thing live from wherever you are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1828800"/>
            <a:ext cx="2834640" cy="2834640"/>
          </a:xfrm>
          <a:prstGeom prst="rect">
            <a:avLst/>
          </a:prstGeom>
          <a:solidFill>
            <a:srgbClr val="1A1D2E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0" y="1828800"/>
            <a:ext cx="283464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8076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TALK?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0760" y="2377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Mike 'Tyke' Cirigliano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8076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Developer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Platform Architect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3246120"/>
            <a:ext cx="256032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80760" y="3383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📞  540 208 8283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80760" y="36758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✉  tykecirigliano@gmail.com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39684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wegonelive.com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wegonelive.com</a:t>
            </a:r>
            <a:endParaRPr lang="en-US" sz="1100" dirty="0"/>
          </a:p>
        </p:txBody>
      </p:sp>
      <p:pic>
        <p:nvPicPr>
          <p:cNvPr id="30" name="WGL_Logo" descr="wegonelive_logo_on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</Words>
  <Application>Microsoft Office PowerPoint</Application>
  <PresentationFormat>On-screen Show (16:9)</PresentationFormat>
  <Paragraphs>66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Arial Black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wegonelive - Your Sunday Night Just Got Easier</dc:title>
  <dc:subject>PptxGenJS Presentation</dc:subject>
  <dc:creator>PptxGenJS</dc:creator>
  <cp:lastModifiedBy>m cirigs</cp:lastModifiedBy>
  <cp:revision>1</cp:revision>
  <dcterms:created xsi:type="dcterms:W3CDTF">2026-02-26T05:33:10Z</dcterms:created>
  <dcterms:modified xsi:type="dcterms:W3CDTF">2026-02-26T05:35:50Z</dcterms:modified>
</cp:coreProperties>
</file>